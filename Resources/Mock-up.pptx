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227"/>
    <a:srgbClr val="4E4B4C"/>
    <a:srgbClr val="918F8F"/>
    <a:srgbClr val="0B9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7D48-D37D-71E0-0B4A-B832F57CC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DE0A6-4625-D409-85EE-478BA3008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E8436-A8A5-900D-ACF3-F93A752E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C1BBC8-6BF7-2124-9AF7-579DBB87C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CCC3F-01F7-FD51-ADD4-82D8D924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05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D386-D1A5-0E2B-1CAF-9C38247B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68E5B-07FA-A815-6323-F54E25FD5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7FFEE-BAB5-B0B1-7D09-03A593355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DF174-EA8E-5816-04B8-74E940D27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D37BD-906E-112E-1753-95DD4FDB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345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2B538-07E2-BC97-291A-326EA9F15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7C619-4FB1-C2BB-4442-30B34E1BC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95824-033E-63B4-4EF6-115315A7A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55A3-C6B2-1589-EB89-817C097AB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00F1D-5093-3826-540C-E59401CF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86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AA92A-038F-A96A-D24A-84AEAA571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267C5-2F93-A945-7912-1A0253397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AB4E7-8B2B-6A9F-7B30-C650DB283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C766E-CE85-58AF-3C52-8DB957EE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038F3-6EB9-394E-0621-C1C58411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FFEDC-DE74-DE0E-E421-3C2190D6A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51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69D04-61DF-C0F3-B668-75650C12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F6A4A-6367-87F7-FCF9-3C40E5F28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680D8F-3A51-4934-7DFD-5967EFBF0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4D90E-D450-D15E-47A0-59F1FFBED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F8908-BC12-7E87-5743-57DDFCED9D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3C8EE3-1491-A0B1-46E5-763FB703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3B4852-7213-F3F5-4031-E86E1AB5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9C75B-4DAA-2FB2-41AB-FEEB059C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83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BE30D-CE9A-75FE-B213-D8457EC7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73F65-91DA-D258-5ED3-DFB5210BA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2C1AEE-8EA6-9B03-F634-8F1038BFF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49574-2F19-7075-37B5-4677DBE7E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2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E9A891-26C6-D79A-F419-CD9B7A7A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CD428-1DE3-1B47-F2E8-4C43CAFB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FABB9-68D2-4E6D-7C7F-2267CABB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680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56FA-74A1-DC15-1A3B-6888FD943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494B1-707D-FC03-2753-DDB1D5470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C7C17-23A6-2DE7-0021-56483255D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FDF2F-0C2C-41BB-CDCD-EC119299F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00D01-69B0-64A1-2E7B-586248193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2BF50-326C-B9A7-0272-4E2BB6F5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7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FD1D-0973-81DD-4246-7D84AF54D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704D91-DD04-BB5C-FF34-F31221237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8221D-1D53-AD52-E32E-1D585E672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9F2B4-9499-5C88-666F-44C76517C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53A58-28E2-384F-CA9A-D7AF7A808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3704E-5468-73ED-1541-483A9654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559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BAEE-334B-A67E-50B0-4720043F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4883FB-832E-9E96-4945-9A14683D0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E9A15-211A-7D44-7E8E-08824463C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A2EE3-96EB-72ED-75D2-C7A5493F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655A9-9E3A-B8E3-C6BE-68F48B42A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37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0F04E1-0FA1-C470-1FF3-14CD28FBE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0CBC8-50BD-7FAE-72CC-529AD735B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30126-F308-38CD-C014-5CCFAC49F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1C579-6DB1-CB08-8DE5-E5C951193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61C5F-41E0-DD74-806B-FC64CFE0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43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CC7BF2-7DAB-5C0B-3F26-952DFCFE7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7AD5A-5F07-C9FC-3B58-207CC666B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C9B6-74B2-5EA7-3DDF-1B418ADE5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89D90-ADA8-4E1A-AEBD-ED6607E82D63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B9423-6ED0-8A1A-9048-0E250E94F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934C5-BE3B-7855-E684-4F30A6A82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194C5-9471-4701-9DDD-25189BC0D5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09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496577-6DB3-8492-D9A6-0347FDBC110E}"/>
              </a:ext>
            </a:extLst>
          </p:cNvPr>
          <p:cNvSpPr/>
          <p:nvPr/>
        </p:nvSpPr>
        <p:spPr>
          <a:xfrm>
            <a:off x="7605250" y="226141"/>
            <a:ext cx="1229035" cy="408040"/>
          </a:xfrm>
          <a:prstGeom prst="roundRect">
            <a:avLst>
              <a:gd name="adj" fmla="val 4234"/>
            </a:avLst>
          </a:prstGeom>
          <a:solidFill>
            <a:srgbClr val="4E4B4C"/>
          </a:solidFill>
          <a:ln>
            <a:solidFill>
              <a:srgbClr val="4E4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3C80592-32B5-8CC8-9950-E5C379517547}"/>
              </a:ext>
            </a:extLst>
          </p:cNvPr>
          <p:cNvGrpSpPr/>
          <p:nvPr/>
        </p:nvGrpSpPr>
        <p:grpSpPr>
          <a:xfrm>
            <a:off x="206479" y="530092"/>
            <a:ext cx="5702709" cy="2463830"/>
            <a:chOff x="206478" y="226141"/>
            <a:chExt cx="6233651" cy="276778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8E6E6B5-ECE1-4178-596B-D9562C489634}"/>
                </a:ext>
              </a:extLst>
            </p:cNvPr>
            <p:cNvSpPr/>
            <p:nvPr/>
          </p:nvSpPr>
          <p:spPr>
            <a:xfrm>
              <a:off x="206478" y="226141"/>
              <a:ext cx="2959509" cy="1258529"/>
            </a:xfrm>
            <a:prstGeom prst="roundRect">
              <a:avLst>
                <a:gd name="adj" fmla="val 1823"/>
              </a:avLst>
            </a:prstGeom>
            <a:solidFill>
              <a:srgbClr val="0B93D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5EB618F-BEC5-FFC0-AFB8-55D057E644BA}"/>
                </a:ext>
              </a:extLst>
            </p:cNvPr>
            <p:cNvSpPr/>
            <p:nvPr/>
          </p:nvSpPr>
          <p:spPr>
            <a:xfrm>
              <a:off x="206479" y="1735393"/>
              <a:ext cx="2959509" cy="1258529"/>
            </a:xfrm>
            <a:prstGeom prst="roundRect">
              <a:avLst>
                <a:gd name="adj" fmla="val 2605"/>
              </a:avLst>
            </a:prstGeom>
            <a:solidFill>
              <a:srgbClr val="0B93D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5B52160-4970-72EF-4C76-630FA68C48A7}"/>
                </a:ext>
              </a:extLst>
            </p:cNvPr>
            <p:cNvSpPr/>
            <p:nvPr/>
          </p:nvSpPr>
          <p:spPr>
            <a:xfrm>
              <a:off x="3480620" y="226141"/>
              <a:ext cx="2959509" cy="1258529"/>
            </a:xfrm>
            <a:prstGeom prst="roundRect">
              <a:avLst>
                <a:gd name="adj" fmla="val 2604"/>
              </a:avLst>
            </a:prstGeom>
            <a:solidFill>
              <a:srgbClr val="0B93D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32FCDD7-3722-2F06-9081-ABE7C4100334}"/>
                </a:ext>
              </a:extLst>
            </p:cNvPr>
            <p:cNvSpPr/>
            <p:nvPr/>
          </p:nvSpPr>
          <p:spPr>
            <a:xfrm>
              <a:off x="3480620" y="1735392"/>
              <a:ext cx="2959509" cy="1258529"/>
            </a:xfrm>
            <a:prstGeom prst="roundRect">
              <a:avLst>
                <a:gd name="adj" fmla="val 3386"/>
              </a:avLst>
            </a:prstGeom>
            <a:solidFill>
              <a:srgbClr val="0B93D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D619A9F-0E5F-B13F-27B1-B1BC921F4161}"/>
              </a:ext>
            </a:extLst>
          </p:cNvPr>
          <p:cNvSpPr txBox="1"/>
          <p:nvPr/>
        </p:nvSpPr>
        <p:spPr>
          <a:xfrm>
            <a:off x="875071" y="739563"/>
            <a:ext cx="1553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Total 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E3641-49E0-02BC-A0C0-800ACF5732E1}"/>
              </a:ext>
            </a:extLst>
          </p:cNvPr>
          <p:cNvSpPr txBox="1"/>
          <p:nvPr/>
        </p:nvSpPr>
        <p:spPr>
          <a:xfrm>
            <a:off x="791497" y="2248814"/>
            <a:ext cx="1769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Total Customers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400CC-2D3B-5C3A-5558-FB1AE2AD1C62}"/>
              </a:ext>
            </a:extLst>
          </p:cNvPr>
          <p:cNvSpPr txBox="1"/>
          <p:nvPr/>
        </p:nvSpPr>
        <p:spPr>
          <a:xfrm>
            <a:off x="776751" y="2464257"/>
            <a:ext cx="1769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With MoM % change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0A9FC2-8B04-75DF-F7D1-9CC3EED6CF2A}"/>
              </a:ext>
            </a:extLst>
          </p:cNvPr>
          <p:cNvSpPr txBox="1"/>
          <p:nvPr/>
        </p:nvSpPr>
        <p:spPr>
          <a:xfrm>
            <a:off x="791497" y="946474"/>
            <a:ext cx="1769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With MoM % change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C957A3-EAC4-9896-C036-B7B1002E002E}"/>
              </a:ext>
            </a:extLst>
          </p:cNvPr>
          <p:cNvSpPr txBox="1"/>
          <p:nvPr/>
        </p:nvSpPr>
        <p:spPr>
          <a:xfrm>
            <a:off x="3425869" y="761808"/>
            <a:ext cx="2325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Daily Revenue Growth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8A525B-AAFB-60B1-0DF1-88520AA560D3}"/>
              </a:ext>
            </a:extLst>
          </p:cNvPr>
          <p:cNvSpPr txBox="1"/>
          <p:nvPr/>
        </p:nvSpPr>
        <p:spPr>
          <a:xfrm>
            <a:off x="3298169" y="2261411"/>
            <a:ext cx="2494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Daily Customers Growth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7B3E72-B51E-8DCB-7B83-992E6B52F22A}"/>
              </a:ext>
            </a:extLst>
          </p:cNvPr>
          <p:cNvSpPr/>
          <p:nvPr/>
        </p:nvSpPr>
        <p:spPr>
          <a:xfrm>
            <a:off x="6282814" y="535861"/>
            <a:ext cx="5702706" cy="2443315"/>
          </a:xfrm>
          <a:prstGeom prst="roundRect">
            <a:avLst>
              <a:gd name="adj" fmla="val 4234"/>
            </a:avLst>
          </a:prstGeom>
          <a:solidFill>
            <a:srgbClr val="91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6FB765-79E7-17BE-46E6-024339CD08E6}"/>
              </a:ext>
            </a:extLst>
          </p:cNvPr>
          <p:cNvSpPr/>
          <p:nvPr/>
        </p:nvSpPr>
        <p:spPr>
          <a:xfrm>
            <a:off x="206478" y="3438518"/>
            <a:ext cx="3091691" cy="2767780"/>
          </a:xfrm>
          <a:prstGeom prst="roundRect">
            <a:avLst>
              <a:gd name="adj" fmla="val 4234"/>
            </a:avLst>
          </a:prstGeom>
          <a:solidFill>
            <a:srgbClr val="91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B8E38A-5375-D9E7-0ACB-CCFE8FCA9CC8}"/>
              </a:ext>
            </a:extLst>
          </p:cNvPr>
          <p:cNvSpPr/>
          <p:nvPr/>
        </p:nvSpPr>
        <p:spPr>
          <a:xfrm>
            <a:off x="6292644" y="235973"/>
            <a:ext cx="1229035" cy="408040"/>
          </a:xfrm>
          <a:prstGeom prst="roundRect">
            <a:avLst>
              <a:gd name="adj" fmla="val 4234"/>
            </a:avLst>
          </a:prstGeom>
          <a:solidFill>
            <a:srgbClr val="918F8F"/>
          </a:solidFill>
          <a:ln>
            <a:solidFill>
              <a:srgbClr val="918F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549A31-449C-F076-8868-C0074226FA39}"/>
              </a:ext>
            </a:extLst>
          </p:cNvPr>
          <p:cNvSpPr txBox="1"/>
          <p:nvPr/>
        </p:nvSpPr>
        <p:spPr>
          <a:xfrm>
            <a:off x="6489293" y="222315"/>
            <a:ext cx="1012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Revenue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8D0070-209A-A22E-6864-BE6160C99EAE}"/>
              </a:ext>
            </a:extLst>
          </p:cNvPr>
          <p:cNvSpPr txBox="1"/>
          <p:nvPr/>
        </p:nvSpPr>
        <p:spPr>
          <a:xfrm>
            <a:off x="7765028" y="232996"/>
            <a:ext cx="1238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Customer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CDD316C-51BF-AA60-38D7-A9B18E097EA0}"/>
              </a:ext>
            </a:extLst>
          </p:cNvPr>
          <p:cNvSpPr/>
          <p:nvPr/>
        </p:nvSpPr>
        <p:spPr>
          <a:xfrm>
            <a:off x="4404852" y="98323"/>
            <a:ext cx="1494505" cy="300307"/>
          </a:xfrm>
          <a:prstGeom prst="roundRect">
            <a:avLst/>
          </a:prstGeom>
          <a:solidFill>
            <a:srgbClr val="4E4B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43B129-8517-B11E-1703-A3D4557E9137}"/>
              </a:ext>
            </a:extLst>
          </p:cNvPr>
          <p:cNvSpPr txBox="1"/>
          <p:nvPr/>
        </p:nvSpPr>
        <p:spPr>
          <a:xfrm>
            <a:off x="4811658" y="98323"/>
            <a:ext cx="1012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Filter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E97D32-0EDD-3CCA-58E5-4EA2400C30D5}"/>
              </a:ext>
            </a:extLst>
          </p:cNvPr>
          <p:cNvSpPr txBox="1"/>
          <p:nvPr/>
        </p:nvSpPr>
        <p:spPr>
          <a:xfrm>
            <a:off x="326484" y="3089478"/>
            <a:ext cx="2921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Age-wise Customer Segment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5200E4-ECA5-ACE6-DCD8-439157D17C37}"/>
              </a:ext>
            </a:extLst>
          </p:cNvPr>
          <p:cNvSpPr/>
          <p:nvPr/>
        </p:nvSpPr>
        <p:spPr>
          <a:xfrm>
            <a:off x="3446330" y="3438518"/>
            <a:ext cx="4195514" cy="2767780"/>
          </a:xfrm>
          <a:prstGeom prst="roundRect">
            <a:avLst>
              <a:gd name="adj" fmla="val 4234"/>
            </a:avLst>
          </a:prstGeom>
          <a:solidFill>
            <a:srgbClr val="4E4B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9AF6F86-4B34-DCD7-D1C6-7A8A6C531E75}"/>
              </a:ext>
            </a:extLst>
          </p:cNvPr>
          <p:cNvSpPr/>
          <p:nvPr/>
        </p:nvSpPr>
        <p:spPr>
          <a:xfrm>
            <a:off x="7790006" y="3429000"/>
            <a:ext cx="4195514" cy="2767780"/>
          </a:xfrm>
          <a:prstGeom prst="roundRect">
            <a:avLst>
              <a:gd name="adj" fmla="val 4234"/>
            </a:avLst>
          </a:prstGeom>
          <a:solidFill>
            <a:srgbClr val="4E4B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31C243-C44F-D9D4-6754-184DDD1617DC}"/>
              </a:ext>
            </a:extLst>
          </p:cNvPr>
          <p:cNvSpPr txBox="1"/>
          <p:nvPr/>
        </p:nvSpPr>
        <p:spPr>
          <a:xfrm>
            <a:off x="4585917" y="3100214"/>
            <a:ext cx="2159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Total Revenue Split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49805E-A362-BC2B-84A2-71CE5E7E9139}"/>
              </a:ext>
            </a:extLst>
          </p:cNvPr>
          <p:cNvSpPr txBox="1"/>
          <p:nvPr/>
        </p:nvSpPr>
        <p:spPr>
          <a:xfrm>
            <a:off x="8807247" y="3094398"/>
            <a:ext cx="2480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Total Customer Split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714A489-73E3-F150-BBE9-3DEAC7A79C44}"/>
              </a:ext>
            </a:extLst>
          </p:cNvPr>
          <p:cNvSpPr/>
          <p:nvPr/>
        </p:nvSpPr>
        <p:spPr>
          <a:xfrm>
            <a:off x="3550531" y="3543457"/>
            <a:ext cx="1939136" cy="2538866"/>
          </a:xfrm>
          <a:prstGeom prst="roundRect">
            <a:avLst>
              <a:gd name="adj" fmla="val 4234"/>
            </a:avLst>
          </a:prstGeom>
          <a:solidFill>
            <a:srgbClr val="91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2D6868-CF41-50A9-4C4D-90F74335F758}"/>
              </a:ext>
            </a:extLst>
          </p:cNvPr>
          <p:cNvSpPr/>
          <p:nvPr/>
        </p:nvSpPr>
        <p:spPr>
          <a:xfrm>
            <a:off x="5598500" y="3543457"/>
            <a:ext cx="1939136" cy="2538866"/>
          </a:xfrm>
          <a:prstGeom prst="roundRect">
            <a:avLst>
              <a:gd name="adj" fmla="val 4234"/>
            </a:avLst>
          </a:prstGeom>
          <a:solidFill>
            <a:srgbClr val="91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916968A-5F68-A509-A114-C4E0900AD82D}"/>
              </a:ext>
            </a:extLst>
          </p:cNvPr>
          <p:cNvSpPr/>
          <p:nvPr/>
        </p:nvSpPr>
        <p:spPr>
          <a:xfrm>
            <a:off x="7910045" y="3543457"/>
            <a:ext cx="1939136" cy="2538866"/>
          </a:xfrm>
          <a:prstGeom prst="roundRect">
            <a:avLst>
              <a:gd name="adj" fmla="val 4234"/>
            </a:avLst>
          </a:prstGeom>
          <a:solidFill>
            <a:srgbClr val="91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F50B988-DCE4-ED13-14C3-111D9B5855AD}"/>
              </a:ext>
            </a:extLst>
          </p:cNvPr>
          <p:cNvSpPr/>
          <p:nvPr/>
        </p:nvSpPr>
        <p:spPr>
          <a:xfrm>
            <a:off x="9958014" y="3543457"/>
            <a:ext cx="1939136" cy="2538866"/>
          </a:xfrm>
          <a:prstGeom prst="roundRect">
            <a:avLst>
              <a:gd name="adj" fmla="val 4234"/>
            </a:avLst>
          </a:prstGeom>
          <a:solidFill>
            <a:srgbClr val="91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921261-D5A0-0865-D931-FCBDE688B2CB}"/>
              </a:ext>
            </a:extLst>
          </p:cNvPr>
          <p:cNvSpPr txBox="1"/>
          <p:nvPr/>
        </p:nvSpPr>
        <p:spPr>
          <a:xfrm>
            <a:off x="3920331" y="4505113"/>
            <a:ext cx="1176462" cy="313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Age Group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0088EF-98A3-A127-03DD-D16D458DEE88}"/>
              </a:ext>
            </a:extLst>
          </p:cNvPr>
          <p:cNvSpPr txBox="1"/>
          <p:nvPr/>
        </p:nvSpPr>
        <p:spPr>
          <a:xfrm>
            <a:off x="8384460" y="4505113"/>
            <a:ext cx="1182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Age Group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78FEE2-23C7-5739-9370-94A19A8E1CDE}"/>
              </a:ext>
            </a:extLst>
          </p:cNvPr>
          <p:cNvSpPr txBox="1"/>
          <p:nvPr/>
        </p:nvSpPr>
        <p:spPr>
          <a:xfrm>
            <a:off x="6345217" y="4499158"/>
            <a:ext cx="1176462" cy="313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EE0B7A-1CD4-C51C-2F82-03241CD8D17B}"/>
              </a:ext>
            </a:extLst>
          </p:cNvPr>
          <p:cNvSpPr txBox="1"/>
          <p:nvPr/>
        </p:nvSpPr>
        <p:spPr>
          <a:xfrm>
            <a:off x="10720688" y="4499159"/>
            <a:ext cx="1176462" cy="313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City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55F6F3-4F94-DDED-273F-ED09A93F4B71}"/>
              </a:ext>
            </a:extLst>
          </p:cNvPr>
          <p:cNvSpPr txBox="1"/>
          <p:nvPr/>
        </p:nvSpPr>
        <p:spPr>
          <a:xfrm>
            <a:off x="443126" y="80450"/>
            <a:ext cx="2329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Home Page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17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4C63F40-6FC3-ABBF-1781-5A128228A9D9}"/>
              </a:ext>
            </a:extLst>
          </p:cNvPr>
          <p:cNvSpPr/>
          <p:nvPr/>
        </p:nvSpPr>
        <p:spPr>
          <a:xfrm>
            <a:off x="201562" y="589940"/>
            <a:ext cx="5702706" cy="2443315"/>
          </a:xfrm>
          <a:prstGeom prst="roundRect">
            <a:avLst>
              <a:gd name="adj" fmla="val 4234"/>
            </a:avLst>
          </a:prstGeom>
          <a:solidFill>
            <a:srgbClr val="91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0A8D85-6E3B-0A41-D619-D6E7BDD1DE86}"/>
              </a:ext>
            </a:extLst>
          </p:cNvPr>
          <p:cNvSpPr/>
          <p:nvPr/>
        </p:nvSpPr>
        <p:spPr>
          <a:xfrm>
            <a:off x="4404852" y="98323"/>
            <a:ext cx="1494505" cy="300307"/>
          </a:xfrm>
          <a:prstGeom prst="roundRect">
            <a:avLst/>
          </a:prstGeom>
          <a:solidFill>
            <a:srgbClr val="4E4B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48FF2-C9BB-D4AF-25C1-A269A27593C9}"/>
              </a:ext>
            </a:extLst>
          </p:cNvPr>
          <p:cNvSpPr txBox="1"/>
          <p:nvPr/>
        </p:nvSpPr>
        <p:spPr>
          <a:xfrm>
            <a:off x="4811658" y="98323"/>
            <a:ext cx="1012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Filter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13FA63-7F6C-82C6-409B-F6A1BE3E7741}"/>
              </a:ext>
            </a:extLst>
          </p:cNvPr>
          <p:cNvSpPr/>
          <p:nvPr/>
        </p:nvSpPr>
        <p:spPr>
          <a:xfrm>
            <a:off x="6287732" y="589939"/>
            <a:ext cx="5702706" cy="2443315"/>
          </a:xfrm>
          <a:prstGeom prst="roundRect">
            <a:avLst>
              <a:gd name="adj" fmla="val 4234"/>
            </a:avLst>
          </a:prstGeom>
          <a:solidFill>
            <a:srgbClr val="91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0E089F-5375-6755-A362-F68EF307D5B1}"/>
              </a:ext>
            </a:extLst>
          </p:cNvPr>
          <p:cNvSpPr/>
          <p:nvPr/>
        </p:nvSpPr>
        <p:spPr>
          <a:xfrm>
            <a:off x="201562" y="3313571"/>
            <a:ext cx="11788876" cy="3200396"/>
          </a:xfrm>
          <a:prstGeom prst="roundRect">
            <a:avLst>
              <a:gd name="adj" fmla="val 4234"/>
            </a:avLst>
          </a:prstGeom>
          <a:solidFill>
            <a:srgbClr val="0B93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EC273-3274-12C1-2E72-4CC1A55438C0}"/>
              </a:ext>
            </a:extLst>
          </p:cNvPr>
          <p:cNvSpPr txBox="1"/>
          <p:nvPr/>
        </p:nvSpPr>
        <p:spPr>
          <a:xfrm>
            <a:off x="934066" y="761808"/>
            <a:ext cx="4708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customers split percentage by sales mode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02A38A-54F2-E0D1-D309-64995FB26427}"/>
              </a:ext>
            </a:extLst>
          </p:cNvPr>
          <p:cNvSpPr txBox="1"/>
          <p:nvPr/>
        </p:nvSpPr>
        <p:spPr>
          <a:xfrm>
            <a:off x="6902245" y="761807"/>
            <a:ext cx="499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revenue split percentage by sales mode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55BCB-7AE0-3768-A009-21B8096C2253}"/>
              </a:ext>
            </a:extLst>
          </p:cNvPr>
          <p:cNvSpPr txBox="1"/>
          <p:nvPr/>
        </p:nvSpPr>
        <p:spPr>
          <a:xfrm>
            <a:off x="4469101" y="3313571"/>
            <a:ext cx="363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Trend of sales mode over month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F7B5CA-558C-5C69-5B5B-72225FE3A398}"/>
              </a:ext>
            </a:extLst>
          </p:cNvPr>
          <p:cNvSpPr txBox="1"/>
          <p:nvPr/>
        </p:nvSpPr>
        <p:spPr>
          <a:xfrm>
            <a:off x="443126" y="80450"/>
            <a:ext cx="2329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Sales Page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4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2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FE187-2F67-A85E-3A03-56CF00F0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9A5271-A613-D998-1485-CD20D3D212BA}"/>
              </a:ext>
            </a:extLst>
          </p:cNvPr>
          <p:cNvSpPr/>
          <p:nvPr/>
        </p:nvSpPr>
        <p:spPr>
          <a:xfrm>
            <a:off x="201562" y="570271"/>
            <a:ext cx="3829664" cy="5830529"/>
          </a:xfrm>
          <a:prstGeom prst="roundRect">
            <a:avLst>
              <a:gd name="adj" fmla="val 4234"/>
            </a:avLst>
          </a:prstGeom>
          <a:solidFill>
            <a:srgbClr val="918F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42EC6E-486E-2E66-C45C-C1FC40A48E05}"/>
              </a:ext>
            </a:extLst>
          </p:cNvPr>
          <p:cNvSpPr/>
          <p:nvPr/>
        </p:nvSpPr>
        <p:spPr>
          <a:xfrm>
            <a:off x="4104969" y="570271"/>
            <a:ext cx="3829664" cy="5830529"/>
          </a:xfrm>
          <a:prstGeom prst="roundRect">
            <a:avLst>
              <a:gd name="adj" fmla="val 4234"/>
            </a:avLst>
          </a:prstGeom>
          <a:solidFill>
            <a:srgbClr val="4E4B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1DC048-FBBB-F3D7-88FD-D0C09A654633}"/>
              </a:ext>
            </a:extLst>
          </p:cNvPr>
          <p:cNvSpPr/>
          <p:nvPr/>
        </p:nvSpPr>
        <p:spPr>
          <a:xfrm>
            <a:off x="8008376" y="570271"/>
            <a:ext cx="3829664" cy="5830529"/>
          </a:xfrm>
          <a:prstGeom prst="roundRect">
            <a:avLst>
              <a:gd name="adj" fmla="val 4234"/>
            </a:avLst>
          </a:prstGeom>
          <a:solidFill>
            <a:srgbClr val="0B93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FCF2E3-5300-AB63-4834-0C3194557484}"/>
              </a:ext>
            </a:extLst>
          </p:cNvPr>
          <p:cNvSpPr/>
          <p:nvPr/>
        </p:nvSpPr>
        <p:spPr>
          <a:xfrm>
            <a:off x="4404852" y="98323"/>
            <a:ext cx="1494505" cy="300307"/>
          </a:xfrm>
          <a:prstGeom prst="roundRect">
            <a:avLst/>
          </a:prstGeom>
          <a:solidFill>
            <a:srgbClr val="4E4B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ECF28F-8257-77A6-03EE-3C1375B9D77B}"/>
              </a:ext>
            </a:extLst>
          </p:cNvPr>
          <p:cNvSpPr txBox="1"/>
          <p:nvPr/>
        </p:nvSpPr>
        <p:spPr>
          <a:xfrm>
            <a:off x="4811658" y="98323"/>
            <a:ext cx="1012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Filter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2B4E85-9FF0-5E3B-5021-C50B8A6B7D1F}"/>
              </a:ext>
            </a:extLst>
          </p:cNvPr>
          <p:cNvSpPr txBox="1"/>
          <p:nvPr/>
        </p:nvSpPr>
        <p:spPr>
          <a:xfrm>
            <a:off x="467707" y="570271"/>
            <a:ext cx="363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 group vs expected settlement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E39D59-E0DB-F15F-E51E-3374965F3A6E}"/>
              </a:ext>
            </a:extLst>
          </p:cNvPr>
          <p:cNvSpPr txBox="1"/>
          <p:nvPr/>
        </p:nvSpPr>
        <p:spPr>
          <a:xfrm>
            <a:off x="8471168" y="604685"/>
            <a:ext cx="363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 group vs policy preference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4AC00-5893-0251-E190-EE07261025E9}"/>
              </a:ext>
            </a:extLst>
          </p:cNvPr>
          <p:cNvSpPr txBox="1"/>
          <p:nvPr/>
        </p:nvSpPr>
        <p:spPr>
          <a:xfrm>
            <a:off x="4680829" y="594853"/>
            <a:ext cx="363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 group vs sales mode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75BA4A-9F2B-0A19-A0C6-F508BB9FC79E}"/>
              </a:ext>
            </a:extLst>
          </p:cNvPr>
          <p:cNvSpPr txBox="1"/>
          <p:nvPr/>
        </p:nvSpPr>
        <p:spPr>
          <a:xfrm>
            <a:off x="443126" y="80450"/>
            <a:ext cx="2329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Age Group Page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151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80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 Admin</dc:creator>
  <cp:lastModifiedBy>Shafi Admin</cp:lastModifiedBy>
  <cp:revision>5</cp:revision>
  <dcterms:created xsi:type="dcterms:W3CDTF">2026-04-03T04:41:33Z</dcterms:created>
  <dcterms:modified xsi:type="dcterms:W3CDTF">2026-04-23T08:52:41Z</dcterms:modified>
</cp:coreProperties>
</file>